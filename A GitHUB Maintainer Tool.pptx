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56" r:id="rId5"/>
    <p:sldId id="279" r:id="rId6"/>
    <p:sldId id="278" r:id="rId7"/>
    <p:sldId id="281" r:id="rId8"/>
    <p:sldId id="282" r:id="rId9"/>
    <p:sldId id="28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A </a:t>
            </a:r>
            <a:r>
              <a:rPr lang="en-US" dirty="0" err="1">
                <a:solidFill>
                  <a:srgbClr val="FFFFFF"/>
                </a:solidFill>
              </a:rPr>
              <a:t>GitHUB</a:t>
            </a:r>
            <a:r>
              <a:rPr lang="en-US" dirty="0">
                <a:solidFill>
                  <a:srgbClr val="FFFFFF"/>
                </a:solidFill>
              </a:rPr>
              <a:t> Maintainer Tool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for structured Issue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James Wilsenach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5947-5B03-08A1-47AB-9FD7AC78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E158-16DD-2C28-CB9E-EBADFDEC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Scoping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A20A-739D-4B03-0884-F9678D95C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In a real project scenario I would attempt to determine the challenges maintainers face when starting the week and a fresh set of issues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In the absence of maintainer information I sought to target a specific needs based on research into the area: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Speaking with developer friends about their pain points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Using Gemini Deep Research to source blogs, forum posts etc. from the community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Common themes and challenges in triage included: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Determining core functionality risk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Diagnosing version conflicts and handling upstream dependencies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Early user prompting for timely resolution of issues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52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B7BD-E7A3-9AA9-5ADC-82181F8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design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0E0F5-D6B6-38A4-36B5-244433EC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27007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I want to address the triage problem by building a light-weight reporting tool to summarise and classify issues in a way that is searchable.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I specifically did not want to: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Build a wrapper for a coding agent that could directly create pull requests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1600" dirty="0"/>
              <a:t> </a:t>
            </a:r>
            <a:r>
              <a:rPr lang="en-GB" sz="2000" dirty="0"/>
              <a:t>creates overhead, too complex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dirty="0"/>
              <a:t>Build a repository-aware agent that could potentially get stuck in loops calling incorrect tools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000" dirty="0"/>
              <a:t> and also be potentially costly for me to test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dirty="0"/>
              <a:t> Build a strict ranking of issues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000" dirty="0"/>
              <a:t> this is less likely to generalise due to the nuances of what each maintainer deems important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400" dirty="0"/>
              <a:t> I chose to create a pipeline built around a simplified RAG setup that combines: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000" dirty="0"/>
              <a:t>Chunking of README and code by module (class/function)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2000" dirty="0"/>
              <a:t>Structured </a:t>
            </a:r>
            <a:r>
              <a:rPr lang="en-GB" sz="2000" dirty="0" err="1"/>
              <a:t>Pydantic</a:t>
            </a:r>
            <a:r>
              <a:rPr lang="en-GB" sz="2000" dirty="0"/>
              <a:t> schemas to intelligently search these chunks and create issue reports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 lvl="1">
              <a:buFont typeface="Wingdings" panose="05000000000000000000" pitchFamily="2" charset="2"/>
              <a:buChar char="§"/>
            </a:pPr>
            <a:endParaRPr lang="en-GB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665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9589-6628-1689-F7AB-E6A47BA5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9408-0E74-13B9-3B9E-657CC2DE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 architecture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1F391-0F66-51EB-60F2-D78108CD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2700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 My approach relies on a core loop: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 Digest an issue to return a refined set of phrases and any relevant code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 Simple overlap with the code and README are used to retrieve the most relevant chunks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 These chunks along with all relevant phrases are inputted into a second pass to produce a triage report for the issue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The architecture is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I forked a popular biomedical repository for analysing gene expression data, </a:t>
            </a:r>
            <a:r>
              <a:rPr lang="en-GB" sz="2400" b="1" i="1" dirty="0" err="1"/>
              <a:t>scanpy</a:t>
            </a:r>
            <a:r>
              <a:rPr lang="en-GB" sz="2400" dirty="0"/>
              <a:t>, and created custom issues to test the following: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Does the model correctly retrieve and chunk the README/codebase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Does the model directly characterise upstream risk/invalid/high priority issues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 lvl="1">
              <a:buFont typeface="Wingdings" panose="05000000000000000000" pitchFamily="2" charset="2"/>
              <a:buChar char="§"/>
            </a:pPr>
            <a:endParaRPr lang="en-GB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397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C0A4-49BB-3087-8268-C49875E7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BA5D-F41E-AD95-0B55-C01E36C9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OF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4C923-2B46-52CD-E873-8FED67D2B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27007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</a:t>
            </a:r>
            <a:r>
              <a:rPr lang="en-GB" sz="2400" b="1" dirty="0" err="1"/>
              <a:t>Pydantic</a:t>
            </a:r>
            <a:r>
              <a:rPr lang="en-GB" sz="2400" b="1" dirty="0"/>
              <a:t> schemas</a:t>
            </a:r>
            <a:r>
              <a:rPr lang="en-GB" sz="2400" dirty="0"/>
              <a:t> for both ingestion phases to ensure consistent and useable output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Includes documentation and intuitive arguments that allow for running on your own repository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Extensive logging of all output and LLM calls in </a:t>
            </a:r>
            <a:r>
              <a:rPr lang="en-GB" sz="2400" b="1" dirty="0" err="1"/>
              <a:t>Pydantic</a:t>
            </a:r>
            <a:r>
              <a:rPr lang="en-GB" sz="2400" b="1" dirty="0"/>
              <a:t> </a:t>
            </a:r>
            <a:r>
              <a:rPr lang="en-GB" sz="2400" b="1" dirty="0" err="1"/>
              <a:t>logfire</a:t>
            </a:r>
            <a:endParaRPr lang="en-GB" sz="2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</a:t>
            </a:r>
            <a:r>
              <a:rPr lang="en-GB" sz="2400" b="1" dirty="0" err="1"/>
              <a:t>LiteLLM</a:t>
            </a:r>
            <a:r>
              <a:rPr lang="en-GB" sz="2400" b="1" dirty="0"/>
              <a:t>/instructor</a:t>
            </a:r>
            <a:r>
              <a:rPr lang="en-GB" sz="2400" dirty="0"/>
              <a:t> for API agnostic model calls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Local .env for sensitive credentials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Uses AST to construct codebase remotely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 With limits on size (number of files to avoid chunking cost and API throttling)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Limits on issues per page to prevent API credit overuse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400" dirty="0"/>
          </a:p>
          <a:p>
            <a:pPr lvl="1">
              <a:buFont typeface="Wingdings" panose="05000000000000000000" pitchFamily="2" charset="2"/>
              <a:buChar char="§"/>
            </a:pPr>
            <a:endParaRPr lang="en-GB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800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AA8D5-6C0D-9C04-0A53-18381918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FE4BD-70FE-EE4F-DEE1-1034C1DB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AND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52F4B-4715-4E6A-37B3-0D54EB2E2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2700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Only allow for .</a:t>
            </a:r>
            <a:r>
              <a:rPr lang="en-GB" sz="2400" dirty="0" err="1"/>
              <a:t>py</a:t>
            </a:r>
            <a:r>
              <a:rPr lang="en-GB" sz="2400" dirty="0"/>
              <a:t> codebase and README file (for repo context)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More formal evaluation of triage efficacy over a larger issue list: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 F1 score or another measure possibly weighted toward </a:t>
            </a:r>
            <a:r>
              <a:rPr lang="en-GB" sz="2000" b="1" dirty="0"/>
              <a:t>sensitivity</a:t>
            </a:r>
            <a:endParaRPr lang="en-GB" sz="2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/>
              <a:t> With more time I would: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 Integrate with </a:t>
            </a:r>
            <a:r>
              <a:rPr lang="en-GB" sz="2000" dirty="0" err="1"/>
              <a:t>Github</a:t>
            </a:r>
            <a:r>
              <a:rPr lang="en-GB" sz="2000" dirty="0"/>
              <a:t> API for user </a:t>
            </a:r>
            <a:r>
              <a:rPr lang="en-GB" sz="2000" b="1" dirty="0"/>
              <a:t>prompting</a:t>
            </a:r>
            <a:r>
              <a:rPr lang="en-GB" sz="2000" dirty="0"/>
              <a:t> and issue </a:t>
            </a:r>
            <a:r>
              <a:rPr lang="en-GB" sz="2000" b="1" dirty="0"/>
              <a:t>labelling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b="1" dirty="0"/>
              <a:t> </a:t>
            </a:r>
            <a:r>
              <a:rPr lang="en-GB" sz="2000" dirty="0"/>
              <a:t>Full codebase and documentation RAG for greater issue understanding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244884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100</TotalTime>
  <Words>533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Tw Cen MT</vt:lpstr>
      <vt:lpstr>Tw Cen MT Condensed</vt:lpstr>
      <vt:lpstr>Wingdings</vt:lpstr>
      <vt:lpstr>Wingdings 3</vt:lpstr>
      <vt:lpstr>Integral</vt:lpstr>
      <vt:lpstr>A GitHUB Maintainer Tool for structured Issue Reporting</vt:lpstr>
      <vt:lpstr>Scoping the Project</vt:lpstr>
      <vt:lpstr>My design Approach</vt:lpstr>
      <vt:lpstr>Solution architecture AND TESTING</vt:lpstr>
      <vt:lpstr>EVALUATION OF Design Principles</vt:lpstr>
      <vt:lpstr>LIMITATIONS AND EXTENSIONS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Wilsenach</dc:creator>
  <cp:lastModifiedBy>James Wilsenach</cp:lastModifiedBy>
  <cp:revision>1</cp:revision>
  <dcterms:created xsi:type="dcterms:W3CDTF">2026-05-13T17:28:43Z</dcterms:created>
  <dcterms:modified xsi:type="dcterms:W3CDTF">2026-05-13T19:09:24Z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